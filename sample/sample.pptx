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speaker notes for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PPT working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Sample subtitle for testing the PPTX extractor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Slide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0" y="1828800"/>
          <a:ext cx="3657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Cell 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Cell B1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Cell A2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Cell B2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